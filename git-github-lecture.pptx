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0"/>
            <a:ext cx="822960" cy="-548640"/>
          </a:xfrm>
          <a:prstGeom prst="line">
            <a:avLst/>
          </a:prstGeom>
          <a:noFill/>
          <a:ln w="25400">
            <a:solidFill>
              <a:srgbClr val="2D4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3474720"/>
            <a:ext cx="822960" cy="548640"/>
          </a:xfrm>
          <a:prstGeom prst="line">
            <a:avLst/>
          </a:prstGeom>
          <a:noFill/>
          <a:ln w="25400">
            <a:solidFill>
              <a:srgbClr val="2D4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0" y="4023360"/>
            <a:ext cx="822960" cy="-548640"/>
          </a:xfrm>
          <a:prstGeom prst="line">
            <a:avLst/>
          </a:prstGeom>
          <a:noFill/>
          <a:ln w="25400">
            <a:solidFill>
              <a:srgbClr val="2D4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3474720"/>
            <a:ext cx="822960" cy="548640"/>
          </a:xfrm>
          <a:prstGeom prst="line">
            <a:avLst/>
          </a:prstGeom>
          <a:noFill/>
          <a:ln w="25400">
            <a:solidFill>
              <a:srgbClr val="2D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4023360"/>
            <a:ext cx="822960" cy="-548640"/>
          </a:xfrm>
          <a:prstGeom prst="line">
            <a:avLst/>
          </a:prstGeom>
          <a:noFill/>
          <a:ln w="25400">
            <a:solidFill>
              <a:srgbClr val="2D4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931920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3383280"/>
            <a:ext cx="201168" cy="20116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393192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3383280"/>
            <a:ext cx="201168" cy="20116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3931920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3383280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14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 &amp;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57200" y="13258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Websites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2560320" y="2423160"/>
            <a:ext cx="402336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Practicum  ·  CSA 303  ·  April 15, 2026  ·  4:10 – 5:25 PM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Yifan (Rayford) Yang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Student · GIScience &amp; GeoAI · Texas A&amp;M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  ·  75 Minutes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Practicum · April 15, 2026 · CSA 303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73152" cy="1691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69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4904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concepts + core commands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73152" cy="1691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69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14904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Repos, push/pull, collaboration workflow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80360"/>
            <a:ext cx="73152" cy="1691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9900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11480" y="3886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 — your website in 5 minutes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880360"/>
            <a:ext cx="73152" cy="1691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9900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0" y="34107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846320" y="3886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launch a live site before class ends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Practicum · April 15, 2026 · CSA 303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all been here…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" y="1298448"/>
            <a:ext cx="5212080" cy="3520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paper_draft.docx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8379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paper_draft_v2.docx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2258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paper_draft_v2_FINAL.docx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2679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paper_FINAL_revised.docx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" y="30998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paper_FINAL_revised2.docx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paper_ACTUAL_FINAL.docx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" y="39410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paper_ACTUAL_FINAL_USE_THIS.docx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048" y="4361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paper_THIS_ONE_SERIOUSLY.docx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23560" y="1463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solves this.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23560" y="21945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saved automatically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changed, when, and who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to any past state instantly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without overwriting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Practicum · April 15, 2026 · CSA 303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free, open-source distributed version control system"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17320"/>
            <a:ext cx="274320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645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📸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state of every file at each commit — not just diffs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72968" y="141732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417320"/>
            <a:ext cx="274320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3172968" y="1645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64408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10128" y="29718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on your machine — most operations need no internet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17336" y="141732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7336" y="141732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6117336" y="1645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🌿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08776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54496" y="29718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workspaces to experiment safely; merge when ready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Practicum · April 15, 2026 · CSA 303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5039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115568"/>
            <a:ext cx="594360" cy="2468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1556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78992" y="9966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(repo)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13167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that stores all versions of your project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8503920" cy="7315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" y="1938528"/>
            <a:ext cx="594360" cy="2468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93852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78992" y="18196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213969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your project at a specific point in 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2560320"/>
            <a:ext cx="85039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47472" y="2761488"/>
            <a:ext cx="594360" cy="2468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76148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78992" y="26426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29626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 copy of the project for safe experimentation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" y="3383280"/>
            <a:ext cx="8503920" cy="7315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347472" y="3584448"/>
            <a:ext cx="594360" cy="2468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58444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8992" y="34655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78992" y="378561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holding zone where you curate exactly what goes into the next commit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28600" y="4206240"/>
            <a:ext cx="85039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47472" y="4407408"/>
            <a:ext cx="594360" cy="2468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440740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8992" y="4288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78992" y="46085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to the current commit you are working from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Practicum · April 15, 2026 · CSA 303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6517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65176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 as you edit them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517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05840"/>
            <a:ext cx="265176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246120" y="20574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queued for the next commit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5176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(.git)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snapshots — safely stored locally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2176272"/>
            <a:ext cx="6858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2176272"/>
            <a:ext cx="6858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520440"/>
            <a:ext cx="8503920" cy="1417320"/>
          </a:xfrm>
          <a:prstGeom prst="rect">
            <a:avLst/>
          </a:prstGeom>
          <a:solidFill>
            <a:srgbClr val="1E293B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593592"/>
            <a:ext cx="82844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             # create a new repo in current folder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           # see what has changed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&lt;file&gt;       # stage a file  |  git add .  for 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"msg" # save a snapshot with a message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    # compact history view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Repository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" y="1527048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388620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my-project &amp;&amp; cd my-project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379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enter a project folder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459736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441448"/>
            <a:ext cx="388620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41448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27706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Git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392424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374136"/>
            <a:ext cx="388620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74136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"Hello Git!" &gt; README.md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7033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file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432511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4306824"/>
            <a:ext cx="388620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06824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63600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Git notices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527048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257800" y="1508760"/>
            <a:ext cx="388620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1508760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README.md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18379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the file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2459736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57800" y="2441448"/>
            <a:ext cx="388620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2441448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"Initial commit"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27706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snapshot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3392424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257800" y="3374136"/>
            <a:ext cx="388620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0" y="3374136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37033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history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for Git repos + collaboration superpowers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vs  GitHub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Practicum · April 15, 2026 · CSA 303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420624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(the tool)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software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local machine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file changes (commits)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branches &amp; history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 (since 2005)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Linus Torvalds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420624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14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(the platform)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92040" y="1627632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hosting service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for repositories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&amp; code review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project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(CI/CD pipelines)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— free websites!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Local ↔ GitHub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Practicum · April 15, 2026 · CSA 303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0116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201168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078992"/>
            <a:ext cx="438912" cy="43891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56032" y="162763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Init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084832"/>
            <a:ext cx="1828800" cy="12984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130552"/>
            <a:ext cx="1737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94560" y="228600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5728" y="960120"/>
            <a:ext cx="20116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95728" y="960120"/>
            <a:ext cx="20116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3172968" y="1078992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3172968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468880" y="162763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Commit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87168" y="2084832"/>
            <a:ext cx="1828800" cy="12984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2532888" y="2130552"/>
            <a:ext cx="1737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07408" y="228600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8576" y="960120"/>
            <a:ext cx="20116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08576" y="960120"/>
            <a:ext cx="201168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Shape 22"/>
          <p:cNvSpPr/>
          <p:nvPr/>
        </p:nvSpPr>
        <p:spPr>
          <a:xfrm>
            <a:off x="5385816" y="1078992"/>
            <a:ext cx="438912" cy="43891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5385816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681728" y="162763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0016" y="2084832"/>
            <a:ext cx="1828800" cy="12984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745736" y="2130552"/>
            <a:ext cx="1737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20256" y="228600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21424" y="960120"/>
            <a:ext cx="20116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21424" y="960120"/>
            <a:ext cx="2011680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2" name="Shape 30"/>
          <p:cNvSpPr/>
          <p:nvPr/>
        </p:nvSpPr>
        <p:spPr>
          <a:xfrm>
            <a:off x="7598664" y="1078992"/>
            <a:ext cx="438912" cy="43891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3" name="Text 31"/>
          <p:cNvSpPr/>
          <p:nvPr/>
        </p:nvSpPr>
        <p:spPr>
          <a:xfrm>
            <a:off x="7598664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894576" y="162763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Updates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12864" y="2084832"/>
            <a:ext cx="1828800" cy="12984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6958584" y="2130552"/>
            <a:ext cx="1737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82880" y="3767328"/>
            <a:ext cx="8595360" cy="1097280"/>
          </a:xfrm>
          <a:prstGeom prst="rect">
            <a:avLst/>
          </a:prstGeom>
          <a:solidFill>
            <a:srgbClr val="1E293B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3840480"/>
            <a:ext cx="83759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First-time setup: connect your local repo to GitHub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add origin https://github.com/username/repo.git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-M main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      # -u sets the upstream, only needed once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 · HTTPS · Custom domains · Jekyll support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520440"/>
            <a:ext cx="1828800" cy="12801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20440"/>
            <a:ext cx="18288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forever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3520440"/>
            <a:ext cx="1828800" cy="12801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3520440"/>
            <a:ext cx="18288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520440"/>
            <a:ext cx="1828800" cy="12801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3520440"/>
            <a:ext cx="18288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6344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delivery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3520440"/>
            <a:ext cx="1828800" cy="12801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0840" y="3520440"/>
            <a:ext cx="18288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Jekyll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2084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site engine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Build Your Site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Practicum · April 15, 2026 · CSA 303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503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73152" cy="12618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6984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0515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HTML/CSS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index.html. Full control, most flexible. Good if you know web basics.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143000"/>
            <a:ext cx="1005840" cy="320040"/>
          </a:xfrm>
          <a:prstGeom prst="rect">
            <a:avLst/>
          </a:prstGeom>
          <a:solidFill>
            <a:srgbClr val="22C55E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143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30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0" y="11247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8600" y="2350008"/>
            <a:ext cx="8503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350008"/>
            <a:ext cx="73152" cy="1261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45973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4414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Jekyll Theme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9443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theme in GitHub Settings. Automatic; perfect for non-web-developers.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532888"/>
            <a:ext cx="1005840" cy="320040"/>
          </a:xfrm>
          <a:prstGeom prst="rect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5328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25146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28600" y="3739896"/>
            <a:ext cx="8503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739896"/>
            <a:ext cx="73152" cy="1261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84962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38313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Template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51560" y="43342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al-folio or academicpages — designed for researchers. CV, publications, projects built-in.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3922776"/>
            <a:ext cx="1005840" cy="320040"/>
          </a:xfrm>
          <a:prstGeom prst="rect">
            <a:avLst/>
          </a:prstGeom>
          <a:solidFill>
            <a:srgbClr val="F97316">
              <a:alpha val="1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9227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39044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in 5 Minutes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82880" y="1444752"/>
            <a:ext cx="4251960" cy="11155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444752"/>
            <a:ext cx="425196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155448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9019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exactly:  username.github.io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Public → check "Initialize README"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" y="2706624"/>
            <a:ext cx="4251960" cy="11155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2706624"/>
            <a:ext cx="425196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" y="2816352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7980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Pages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16382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 → Source: main branch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 — wait about 60 seconds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" y="3968496"/>
            <a:ext cx="4251960" cy="11155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3968496"/>
            <a:ext cx="425196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" y="4078224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0599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content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42569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README.md — add your name, bio,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interests (Markdown renders)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1444752"/>
            <a:ext cx="4251960" cy="11155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1444752"/>
            <a:ext cx="425196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Shape 23"/>
          <p:cNvSpPr/>
          <p:nvPr/>
        </p:nvSpPr>
        <p:spPr>
          <a:xfrm>
            <a:off x="4864608" y="155448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1536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19019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 → Choose a theme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add _config.yml: theme: minima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2706624"/>
            <a:ext cx="4251960" cy="11155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2706624"/>
            <a:ext cx="425196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Shape 29"/>
          <p:cNvSpPr/>
          <p:nvPr/>
        </p:nvSpPr>
        <p:spPr>
          <a:xfrm>
            <a:off x="4864608" y="2816352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27980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your site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316382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https://username.github.io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You are live on the internet!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Put on Your Academic Website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Practicum · April 15, 2026 · CSA 303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4160520" cy="822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/ Bio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research interests (1–2 sentences)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position, advisor, institution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headshot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16052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venue, year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link + DOI (never paywalled PDFs)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updated every submission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" y="29718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971800"/>
            <a:ext cx="4160520" cy="8229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/ Code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35661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links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or demo GIF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sentence description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71800"/>
            <a:ext cx="4160520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108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35661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 (update every semester)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awards, teaching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social links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EXERCISE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Your Live Website Right 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444752"/>
            <a:ext cx="8503920" cy="5120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527048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5270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github.com → sign in (or create a free account)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82880" y="2029968"/>
            <a:ext cx="8503920" cy="5120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112264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21122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Repository → Name: your-username.github.io → Public → Initialize README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82880" y="2615184"/>
            <a:ext cx="8503920" cy="5120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697480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26974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 → Source: main branch → Save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82880" y="3200400"/>
            <a:ext cx="8503920" cy="5120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282696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28269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README.md → add your name, degree, research interest → Commit changes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82880" y="3785616"/>
            <a:ext cx="8503920" cy="5120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867912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38679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https://your-username.github.io  in your browser  🎉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82880" y="4370832"/>
            <a:ext cx="8503920" cy="512064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4453128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44531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Settings → Pages → Choose a theme to style it instantly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Practicum · April 15, 2026 · CSA 303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595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14400"/>
            <a:ext cx="73152" cy="1280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9875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37160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git-scm.com/book  —  The official free Git book (highly recommended)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learngitbranching.js.org  —  Visual interactive Git tutorial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github.com/skills  —  GitHub's own learning paths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82880" y="2331720"/>
            <a:ext cx="8595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2331720"/>
            <a:ext cx="73152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4048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Website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27889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pages.github.com  —  Official GitHub Pages documentation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github.com/alshedivat/al-folio  —  Best academic Jekyll template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academicpages.github.io  —  Simpler alternative for researchers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82880" y="3749040"/>
            <a:ext cx="8595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749040"/>
            <a:ext cx="73152" cy="1280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8221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" y="42062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education.github.com/git-cheat-sheet  —  Git command reference PDF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Git Integration  —  Built-in GUI, no terminal needed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  —  Drag-and-drop Git client for beginners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65760"/>
            <a:ext cx="411480" cy="411480"/>
          </a:xfrm>
          <a:prstGeom prst="ellipse">
            <a:avLst/>
          </a:prstGeom>
          <a:solidFill>
            <a:srgbClr val="0EA5E9">
              <a:alpha val="6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371600"/>
            <a:ext cx="256032" cy="256032"/>
          </a:xfrm>
          <a:prstGeom prst="ellipse">
            <a:avLst/>
          </a:prstGeom>
          <a:solidFill>
            <a:srgbClr val="F97316">
              <a:alpha val="5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640080"/>
            <a:ext cx="164592" cy="164592"/>
          </a:xfrm>
          <a:prstGeom prst="ellipse">
            <a:avLst/>
          </a:prstGeom>
          <a:solidFill>
            <a:srgbClr val="22C55E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06640" y="2286000"/>
            <a:ext cx="128016" cy="128016"/>
          </a:xfrm>
          <a:prstGeom prst="ellipse">
            <a:avLst/>
          </a:prstGeom>
          <a:solidFill>
            <a:srgbClr val="94A3B8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7600" dirty="0"/>
          </a:p>
        </p:txBody>
      </p:sp>
      <p:sp>
        <p:nvSpPr>
          <p:cNvPr id="7" name="Shape 5"/>
          <p:cNvSpPr/>
          <p:nvPr/>
        </p:nvSpPr>
        <p:spPr>
          <a:xfrm>
            <a:off x="2286000" y="2240280"/>
            <a:ext cx="4572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95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Yifan (Rayford) Yang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github.com/rayford295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rayford295.github.io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Student · GIScience &amp; GeoAI · Texas A&amp;M University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80160" y="4160520"/>
            <a:ext cx="6583680" cy="7498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4160520"/>
            <a:ext cx="65836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2793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leave class with a live site at  username.github.io 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Git, GitHub &amp; Personal Websites</dc:title>
  <dc:subject>PptxGenJS Presentation</dc:subject>
  <dc:creator>Yifan (Rayford) Yang</dc:creator>
  <cp:lastModifiedBy>Yifan (Rayford) Yang</cp:lastModifiedBy>
  <cp:revision>1</cp:revision>
  <dcterms:created xsi:type="dcterms:W3CDTF">2026-04-15T03:37:24Z</dcterms:created>
  <dcterms:modified xsi:type="dcterms:W3CDTF">2026-04-15T03:37:24Z</dcterms:modified>
</cp:coreProperties>
</file>